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751" autoAdjust="0"/>
  </p:normalViewPr>
  <p:slideViewPr>
    <p:cSldViewPr snapToGrid="0">
      <p:cViewPr varScale="1">
        <p:scale>
          <a:sx n="87" d="100"/>
          <a:sy n="87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E254-2B82-36C1-9F7D-1263B2DA9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29814-4BA8-982E-EC51-4B8E0088C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9EDD4-FD93-EDA9-67EF-23CB98AB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10C48-B7B7-E71E-A467-A9F9C4FCF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87B30-26C7-1BA8-40BA-EA769C8E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771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F20C-2338-E1C2-CAF3-E79E25B3E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801B1-9EDE-1D65-E2F3-512473E42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2CC9-D760-F154-2BD9-292FB67F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63508-F245-04DF-579A-EAF3CC41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DBD22-993F-6AFC-B8E9-FABDC13D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5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9850-9016-835D-7CD2-262F50BF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5BD7-61A1-7132-9554-5DBD1FF8E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3FEB4-C6FD-A300-373D-15E38410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B9F38-8886-0020-27BC-FF386AB9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4B5A9-C40C-29E6-5861-3AB6A75D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35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614D-E9B1-9225-C159-04A491785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3D9BA-350C-7A5A-1303-EC1DBCF1C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CAF62-91D6-BAB8-3E99-8438121DC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420F2-05CA-3B27-ED49-723CBD25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58002-E060-0892-3FC1-4CCCB3094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2A860-E199-1EE8-EB81-4FF5BADA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40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C777-EB08-945E-0F1B-0962748B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B7785-5655-C5C2-0DEE-B7EDBFBC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82360-0225-DCED-71BE-1E9E505F9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6E158-8B04-4343-0C46-9BACC6174B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C06D9-C633-5ECB-304D-2291D6C8C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E2DCF-0E81-0BFA-25CB-17609C9A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11DE33-4793-CA00-711D-F8ED5847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478884-56F8-DF08-F009-DE5C82F7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11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10A2-BE74-0F97-A12A-EE78148A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0F8FD-8C7C-2653-762D-1C3C07EB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83981-AF49-2FA4-7AA4-03B6B22A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EC89A-325C-5516-5E9F-427FDE43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0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05499-3944-9C9E-0081-13A54811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D993E-4E49-0512-469B-F8CF7575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37C36-70FA-34CC-4ED8-B003A729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13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7639D-C778-DC52-7CB4-A3012CE9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3C12-4776-567B-FECA-76DD44E16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16914-2F5B-36DA-1B7F-D3C4831AD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3298D-E7F7-263B-098C-ADF00F60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4081B-F8AD-6479-D4BD-6A36164AA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F7C94-5CD9-9FA3-73D9-9184E1A23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829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9318-FE63-5B50-3258-9B2C2DF6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D1D12-9383-B566-4D34-4453E225C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0493B-2CD1-AC60-56C4-B1D37F77C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D4402-7875-A593-2526-C545B94D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BEB1E-A690-5794-5CC2-859A3C3E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41834-7C6C-F8D4-A376-4EE44084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67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C8B6-B841-06C5-F206-0996BC22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4998C-F817-7982-CF25-547930F53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BA400-566F-F628-7A2D-60AEBF0F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EF01-3897-4A29-79D9-8A362D28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6296F-6C26-914F-E75C-FA4AF601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2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8BD08-A3CB-C34F-AACF-B3720E07B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7CF39-F79B-76C4-2050-CB85DD8D5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EB336-BA49-27AD-C731-A40E8B850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EFC86-8631-1444-2AA6-A5BE9EC7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BA63-15FF-3175-D3D3-77993812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97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E632C-3FDA-5077-D414-1968131DE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AA6DB-980E-B402-5A96-DFD789A44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EF93-5EB3-68F6-6EB0-8E69C6143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77AA8-BCB3-465F-B3A7-B55A4AE59F69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071C-04F7-D911-EF9E-599A161650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50023-49FF-46D6-875C-26C73F7C9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33CC2-BC32-435C-A258-EDC9F9185E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83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5AC7CF-A3D0-7977-4131-BDD8017BE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468" y="-508000"/>
            <a:ext cx="12435841" cy="784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35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85125-F4AF-CFF3-DC72-020C6F7E7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752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1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408AC-6C02-7240-6465-C89B0AE94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19" y="0"/>
            <a:ext cx="12427130" cy="734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9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242645-2E99-09D6-E984-724A2DB78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4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912E5F-C12C-1A36-E78E-033D2E4BA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5" y="0"/>
            <a:ext cx="12022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69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3601A7-F854-9C79-DE68-3B87D1A19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9" y="0"/>
            <a:ext cx="12045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2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6D2E05-A6C9-DB7D-2394-BA8386AF4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598"/>
            <a:ext cx="12192000" cy="662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179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79CAEE-9FFD-FA17-E23A-AB442E299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71" y="0"/>
            <a:ext cx="11932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8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446A71-526C-747A-1E2A-444161826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190"/>
            <a:ext cx="12192000" cy="640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18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D58C0-D23E-86BA-205E-A472F8B8E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05" y="0"/>
            <a:ext cx="11815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20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2A6F5B-D9F3-A3F5-B4D0-EA7F76A49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" y="0"/>
            <a:ext cx="12179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84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602EB-4CA1-3ED8-2078-9F7B3CE2C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25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98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47FCE2-27B1-A1D6-C19B-C1909DEF0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5" y="0"/>
            <a:ext cx="11895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48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E5C297-E413-7527-6D03-0A8899A59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092"/>
            <a:ext cx="12192000" cy="681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848D9-F82F-38D6-020E-ED82CA768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5" y="0"/>
            <a:ext cx="12100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41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42FCE-7EE7-68F9-E11D-C97EA5184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98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30DAA-ADB9-A3A0-5B49-E0ED88E51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6" y="0"/>
            <a:ext cx="11975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56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A27BD3-3274-C500-1964-C7431E0C8B53}"/>
              </a:ext>
            </a:extLst>
          </p:cNvPr>
          <p:cNvSpPr txBox="1"/>
          <p:nvPr/>
        </p:nvSpPr>
        <p:spPr>
          <a:xfrm>
            <a:off x="4026877" y="2083777"/>
            <a:ext cx="206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highlight>
                  <a:srgbClr val="FFFF00"/>
                </a:highligh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8349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ADHIKARY</dc:creator>
  <cp:lastModifiedBy>SHREYA ADHIKARY</cp:lastModifiedBy>
  <cp:revision>1</cp:revision>
  <dcterms:created xsi:type="dcterms:W3CDTF">2026-03-29T08:04:43Z</dcterms:created>
  <dcterms:modified xsi:type="dcterms:W3CDTF">2026-03-29T09:00:16Z</dcterms:modified>
</cp:coreProperties>
</file>